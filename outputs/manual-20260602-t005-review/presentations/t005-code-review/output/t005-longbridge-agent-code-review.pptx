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05603dcf384374" /><Relationship Type="http://schemas.openxmlformats.org/officeDocument/2006/relationships/extended-properties" Target="/docProps/app.xml" Id="R0e665c78a17740c0" /><Relationship Type="http://schemas.openxmlformats.org/officeDocument/2006/relationships/officeDocument" Target="/ppt/presentation.xml" Id="Rc1ba9eacb3ef42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54a19fcc5d416e"/>
  </p:sldMasterIdLst>
  <p:notesMasterIdLst>
    <p:notesMasterId xmlns:r="http://schemas.openxmlformats.org/officeDocument/2006/relationships" r:id="R9e8329fd2e7e41db"/>
  </p:notesMasterIdLst>
  <p:sldIdLst>
    <p:sldId xmlns:r="http://schemas.openxmlformats.org/officeDocument/2006/relationships" id="256" r:id="R9a1c38f53f8941cf"/>
    <p:sldId xmlns:r="http://schemas.openxmlformats.org/officeDocument/2006/relationships" id="257" r:id="R1279efdd89ea495c"/>
    <p:sldId xmlns:r="http://schemas.openxmlformats.org/officeDocument/2006/relationships" id="258" r:id="Reffb97590c854572"/>
    <p:sldId xmlns:r="http://schemas.openxmlformats.org/officeDocument/2006/relationships" id="259" r:id="R5720fbc8c6df4826"/>
    <p:sldId xmlns:r="http://schemas.openxmlformats.org/officeDocument/2006/relationships" id="260" r:id="R397021b53d3745a7"/>
    <p:sldId xmlns:r="http://schemas.openxmlformats.org/officeDocument/2006/relationships" id="261" r:id="Rf0133e7c86784d31"/>
    <p:sldId xmlns:r="http://schemas.openxmlformats.org/officeDocument/2006/relationships" id="262" r:id="R9cb2398f4c324968"/>
    <p:sldId xmlns:r="http://schemas.openxmlformats.org/officeDocument/2006/relationships" id="263" r:id="Rd3d4aeea4294417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54a19fcc5d416e" /><Relationship Type="http://schemas.openxmlformats.org/officeDocument/2006/relationships/theme" Target="/ppt/theme/theme1.xml" Id="R9588a37000a14b63" /><Relationship Type="http://schemas.openxmlformats.org/officeDocument/2006/relationships/notesMaster" Target="/ppt/notesMasters/notesMaster1.xml" Id="R9e8329fd2e7e41db" /><Relationship Type="http://schemas.openxmlformats.org/officeDocument/2006/relationships/presProps" Target="/ppt/presProps.xml" Id="R299501fb57bc426d" /><Relationship Type="http://schemas.openxmlformats.org/officeDocument/2006/relationships/viewProps" Target="/ppt/viewProps.xml" Id="R33f217bb93c74f42" /><Relationship Type="http://schemas.openxmlformats.org/officeDocument/2006/relationships/tableStyles" Target="/ppt/tableStyles.xml" Id="R4c5b4a4124a443f9" /><Relationship Type="http://schemas.openxmlformats.org/officeDocument/2006/relationships/slide" Target="/ppt/slides/slide1.xml" Id="R9a1c38f53f8941cf" /><Relationship Type="http://schemas.openxmlformats.org/officeDocument/2006/relationships/slide" Target="/ppt/slides/slide2.xml" Id="R1279efdd89ea495c" /><Relationship Type="http://schemas.openxmlformats.org/officeDocument/2006/relationships/slide" Target="/ppt/slides/slide3.xml" Id="Reffb97590c854572" /><Relationship Type="http://schemas.openxmlformats.org/officeDocument/2006/relationships/slide" Target="/ppt/slides/slide4.xml" Id="R5720fbc8c6df4826" /><Relationship Type="http://schemas.openxmlformats.org/officeDocument/2006/relationships/slide" Target="/ppt/slides/slide5.xml" Id="R397021b53d3745a7" /><Relationship Type="http://schemas.openxmlformats.org/officeDocument/2006/relationships/slide" Target="/ppt/slides/slide6.xml" Id="Rf0133e7c86784d31" /><Relationship Type="http://schemas.openxmlformats.org/officeDocument/2006/relationships/slide" Target="/ppt/slides/slide7.xml" Id="R9cb2398f4c324968" /><Relationship Type="http://schemas.openxmlformats.org/officeDocument/2006/relationships/slide" Target="/ppt/slides/slide8.xml" Id="Rd3d4aeea429441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6c18da3c5e847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80715e3ebd41e6" /><Relationship Type="http://schemas.openxmlformats.org/officeDocument/2006/relationships/notesMaster" Target="/ppt/notesMasters/notesMaster1.xml" Id="R33ce6b3d9c2a41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18abaaab3d4cb8" /><Relationship Type="http://schemas.openxmlformats.org/officeDocument/2006/relationships/notesMaster" Target="/ppt/notesMasters/notesMaster1.xml" Id="Rc22674d2d21740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3ecb9bbff949a9" /><Relationship Type="http://schemas.openxmlformats.org/officeDocument/2006/relationships/notesMaster" Target="/ppt/notesMasters/notesMaster1.xml" Id="R6dce6353953d4a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ae1f7187ac4aeb" /><Relationship Type="http://schemas.openxmlformats.org/officeDocument/2006/relationships/notesMaster" Target="/ppt/notesMasters/notesMaster1.xml" Id="R9231c0930cd14f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41752145324c74" /><Relationship Type="http://schemas.openxmlformats.org/officeDocument/2006/relationships/notesMaster" Target="/ppt/notesMasters/notesMaster1.xml" Id="Rfc862add20b04a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db779ea9ac4b72" /><Relationship Type="http://schemas.openxmlformats.org/officeDocument/2006/relationships/notesMaster" Target="/ppt/notesMasters/notesMaster1.xml" Id="R86333c650f6445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5cdd016bc34270" /><Relationship Type="http://schemas.openxmlformats.org/officeDocument/2006/relationships/notesMaster" Target="/ppt/notesMasters/notesMaster1.xml" Id="R59a3628f726840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91c5922e0c4613" /><Relationship Type="http://schemas.openxmlformats.org/officeDocument/2006/relationships/notesMaster" Target="/ppt/notesMasters/notesMaster1.xml" Id="R0636046074db4c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dab5e341bb4fb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3707abd23af4e19" /><Relationship Type="http://schemas.openxmlformats.org/officeDocument/2006/relationships/slideLayout" Target="/ppt/slideLayouts/slideLayout2.xml" Id="R15e947c148ce4b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e947c148ce4b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f68d38bb844bf2" /><Relationship Type="http://schemas.openxmlformats.org/officeDocument/2006/relationships/notesSlide" Target="/ppt/notesSlides/notesSlide1.xml" Id="R9f796e1cd17b4a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d91b76cc0c4cd3" /><Relationship Type="http://schemas.openxmlformats.org/officeDocument/2006/relationships/notesSlide" Target="/ppt/notesSlides/notesSlide2.xml" Id="Rc6697fe744a94b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e8c14b0a1340b8" /><Relationship Type="http://schemas.openxmlformats.org/officeDocument/2006/relationships/notesSlide" Target="/ppt/notesSlides/notesSlide3.xml" Id="Re5b30c6f3ad04d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9f4577b57f4d95" /><Relationship Type="http://schemas.openxmlformats.org/officeDocument/2006/relationships/notesSlide" Target="/ppt/notesSlides/notesSlide4.xml" Id="Rb05b91d3ca0246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23db3513ae4831" /><Relationship Type="http://schemas.openxmlformats.org/officeDocument/2006/relationships/notesSlide" Target="/ppt/notesSlides/notesSlide5.xml" Id="R427fcc01c5414c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6fe895f0a241ce" /><Relationship Type="http://schemas.openxmlformats.org/officeDocument/2006/relationships/notesSlide" Target="/ppt/notesSlides/notesSlide6.xml" Id="R057ebe2fe4cc4c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568cac76bb4e8e" /><Relationship Type="http://schemas.openxmlformats.org/officeDocument/2006/relationships/notesSlide" Target="/ppt/notesSlides/notesSlide7.xml" Id="Rcc760cd5491f49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b0517f31d64ba2" /><Relationship Type="http://schemas.openxmlformats.org/officeDocument/2006/relationships/notesSlide" Target="/ppt/notesSlides/notesSlide8.xml" Id="R8a977498d1394ab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A582B413-5085-4D28-837E-01E39026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A6601-B3E4-4128-8D5E-8C3A17E3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D4524-EF82-4E16-A7CE-A610FDBB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221"/>
          </a:solidFill>
          <a:ln xmlns:a="http://schemas.openxmlformats.org/drawingml/2006/main" w="0">
            <a:solidFill>
              <a:srgbClr val="C8322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ED13B-EDD6-4D9F-9FA2-7456770A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T005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48135-9A23-483A-8DC9-5503BC38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DB8A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DB8AA"/>
                </a:solidFill>
                <a:latin typeface="Aptos"/>
                <a:ea typeface="Aptos"/>
                <a:cs typeface="Aptos"/>
              </a:rPr>
              <a:t>Longbridge Agent CLI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913FC-E3F8-4475-B035-410C2136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Code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47854-B7A0-4CEA-982B-7EAC9C17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DB8A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DB8AA"/>
                </a:solidFill>
                <a:latin typeface="Aptos"/>
                <a:ea typeface="Aptos"/>
                <a:cs typeface="Aptos"/>
              </a:rPr>
              <a:t>2026-06-02</a:t>
            </a:r>
          </a:p>
        </p:txBody>
      </p:sp>
      <p:sp>
        <p:nvSpPr>
          <p:cNvPr id="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34F401A-ED92-44AC-BA44-DC260EBD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6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221"/>
          </a:solidFill>
          <a:ln xmlns:a="http://schemas.openxmlformats.org/drawingml/2006/main" w="0">
            <a:solidFill>
              <a:srgbClr val="C83221"/>
            </a:solidFill>
            <a:prstDash val="solid"/>
          </a:ln>
        </p:spPr>
      </p:sp>
      <p:sp>
        <p:nvSpPr>
          <p:cNvPr id="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F65ACED-6A9C-42BA-B2B0-EB02D0C4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95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32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3221"/>
                </a:solidFill>
                <a:latin typeface="Aptos"/>
                <a:ea typeface="Aptos"/>
                <a:cs typeface="Aptos"/>
              </a:rPr>
              <a:t>EXECUTIVE VERDICT</a:t>
            </a:r>
          </a:p>
        </p:txBody>
      </p:sp>
      <p:sp>
        <p:nvSpPr>
          <p:cNvPr id="10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D46BDDE-07D1-40D1-BA4A-46471207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14400"/>
            <a:ext cx="657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T005 is test-green, but the review gate remains blocked.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07F86-B5F7-4949-A5E0-3E5E0D8A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7645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The current diff has two merge-blocking issues: one scope leak and one tool-result contract break. The remaining warnings are narrow and testable.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16CFBF-A4AB-4538-884E-AEC182CD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1381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B62F53-C082-4075-AEE0-6674A4BA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7185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32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83221"/>
                </a:solidFill>
                <a:latin typeface="Aptos"/>
                <a:ea typeface="Aptos"/>
                <a:cs typeface="Aptos"/>
              </a:rPr>
              <a:t>fix_required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E459BF-5873-40A4-BB17-C6561DE4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8671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A55"/>
                </a:solidFill>
                <a:latin typeface="Aptos"/>
                <a:ea typeface="Aptos"/>
                <a:cs typeface="Aptos"/>
              </a:rPr>
              <a:t>VERDICT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FD8449-2013-4CB5-8035-4B148902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1381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38077-4DAD-4991-A974-DBC4E2FB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32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8322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1BFBD2-78CA-4C00-B6CC-4E6CA9FE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671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A55"/>
                </a:solidFill>
                <a:latin typeface="Aptos"/>
                <a:ea typeface="Aptos"/>
                <a:cs typeface="Aptos"/>
              </a:rPr>
              <a:t>BLOCKERS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BF5E4F-DA31-44AA-8C9A-78BEA147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1381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AB2538-8C2E-4F96-864D-8CE9C684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7185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86A0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86A0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A669C0-C78E-40D1-AB6F-B3D59B9B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671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A55"/>
                </a:solidFill>
                <a:latin typeface="Aptos"/>
                <a:ea typeface="Aptos"/>
                <a:cs typeface="Aptos"/>
              </a:rPr>
              <a:t>WARNINGS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CBD262-0326-4F56-8B05-0FD7D9B0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1381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681A3B-2496-4301-AAC0-0CB806C7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71850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A7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87A72"/>
                </a:solidFill>
                <a:latin typeface="Aptos"/>
                <a:ea typeface="Aptos"/>
                <a:cs typeface="Aptos"/>
              </a:rPr>
              <a:t>36 passed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7F95E3-EDD0-4FDD-8218-3C9A3B69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671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A55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BF84F8-7581-4F1D-B454-7C0FB388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43450"/>
            <a:ext cx="5295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8D2"/>
          </a:solidFill>
          <a:ln xmlns:a="http://schemas.openxmlformats.org/drawingml/2006/main" w="9525">
            <a:solidFill>
              <a:srgbClr val="E8B4A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EE4D08-3870-44A6-BCAE-F7BA5948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000625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221"/>
          </a:solidFill>
          <a:ln xmlns:a="http://schemas.openxmlformats.org/drawingml/2006/main" w="9525">
            <a:solidFill>
              <a:srgbClr val="C8322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5402C6-8D21-42C9-BE7E-55F7D4ED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0101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BLOCKER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E89166-6D18-46DC-A09D-F237831B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3395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Do not merge T005 until F001 and F002 are resolved, then rerun Review task T005.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0D9786-798E-4319-931B-A8DD3C84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7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77E"/>
                </a:solidFill>
                <a:latin typeface="Aptos"/>
                <a:ea typeface="Aptos"/>
                <a:cs typeface="Aptos"/>
              </a:rPr>
              <a:t>Source: .agent-dev/reviews/T005-code-review.md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646C1C-9E54-44EC-BAC9-FB08D144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87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877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414216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4312ED03-71FF-417F-8641-6CD2BF90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5005DA5-1E25-4767-864A-5E210167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DD3"/>
          </a:solidFill>
          <a:ln xmlns:a="http://schemas.openxmlformats.org/drawingml/2006/main" w="0">
            <a:solidFill>
              <a:srgbClr val="6B5DD3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E5850CA-007E-4F41-9996-E9C8C45C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5DD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5DD3"/>
                </a:solidFill>
                <a:latin typeface="Aptos"/>
                <a:ea typeface="Aptos"/>
                <a:cs typeface="Aptos"/>
              </a:rPr>
              <a:t>EVIDENCE STACK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5B1C4415-1342-4B37-BD18-1075E7E2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The verdict is grounded in repo artifacts and runtime probes.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D46A2-322A-44B4-96A0-449CD6AA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80CED-7519-4652-8DA3-3CE1B4AA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9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DD3"/>
          </a:solidFill>
          <a:ln xmlns:a="http://schemas.openxmlformats.org/drawingml/2006/main" w="0">
            <a:solidFill>
              <a:srgbClr val="6B5D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9C627-415D-4437-A852-DA66577C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5DD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5DD3"/>
                </a:solidFill>
                <a:latin typeface="Aptos"/>
                <a:ea typeface="Aptos"/>
                <a:cs typeface="Aptos"/>
              </a:rPr>
              <a:t>SOURCE OF TRUTH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47E54-6148-4F77-808D-9ADFE68B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717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D"/>
          </a:solidFill>
          <a:ln xmlns:a="http://schemas.openxmlformats.org/drawingml/2006/main" w="9525">
            <a:solidFill>
              <a:srgbClr val="E2DE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C05D6-4C97-458C-9DA0-01C53478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288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T005.json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98CC4-F1C0-4FFD-A52C-2B276B67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717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D"/>
          </a:solidFill>
          <a:ln xmlns:a="http://schemas.openxmlformats.org/drawingml/2006/main" w="9525">
            <a:solidFill>
              <a:srgbClr val="E2DE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79C25-58B1-4F7F-BDD8-6A4C6DDE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288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T005.md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100AA-8F1F-4AFB-8A54-60570BED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717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D"/>
          </a:solidFill>
          <a:ln xmlns:a="http://schemas.openxmlformats.org/drawingml/2006/main" w="9525">
            <a:solidFill>
              <a:srgbClr val="E2DE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936BF0-DCED-4A83-BEC9-A286CC95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288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spec.json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252AC6-F50F-4A25-9B49-0B4A165E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717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D"/>
          </a:solidFill>
          <a:ln xmlns:a="http://schemas.openxmlformats.org/drawingml/2006/main" w="9525">
            <a:solidFill>
              <a:srgbClr val="E2DE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239DA9-7959-489C-AD9B-9469AAF8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288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decision-record.json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B2B09F-F8EC-4617-932E-AA0FA931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2AD7FB-DCA5-4150-9843-E1D99535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9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72"/>
          </a:solidFill>
          <a:ln xmlns:a="http://schemas.openxmlformats.org/drawingml/2006/main" w="0">
            <a:solidFill>
              <a:srgbClr val="087A7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966314-D9CD-440B-BFAB-3B8D8F2A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A72"/>
                </a:solidFill>
                <a:latin typeface="Aptos"/>
                <a:ea typeface="Aptos"/>
                <a:cs typeface="Aptos"/>
              </a:rPr>
              <a:t>IMPLEMENTATION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328731-08CD-4C13-A3E6-A73928BB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004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D"/>
          </a:solidFill>
          <a:ln xmlns:a="http://schemas.openxmlformats.org/drawingml/2006/main" w="9525">
            <a:solidFill>
              <a:srgbClr val="E2DE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429740-925C-444A-90DE-406B1AD8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longbridgeTools.ts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0439DB-8607-4B86-B2AE-FED4DA98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004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D"/>
          </a:solidFill>
          <a:ln xmlns:a="http://schemas.openxmlformats.org/drawingml/2006/main" w="9525">
            <a:solidFill>
              <a:srgbClr val="E2DE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E33337-3884-42B4-ADF5-C11953BF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575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longbridgeCli.ts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94C57E-103B-4315-8C3A-C1131365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04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D"/>
          </a:solidFill>
          <a:ln xmlns:a="http://schemas.openxmlformats.org/drawingml/2006/main" w="9525">
            <a:solidFill>
              <a:srgbClr val="E2DE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969543-4389-4C7D-9303-7ACBFDD5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575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longbridgeAgent.ts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C562D9-FC8E-4FF2-87DE-9DFFABFC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004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D"/>
          </a:solidFill>
          <a:ln xmlns:a="http://schemas.openxmlformats.org/drawingml/2006/main" w="9525">
            <a:solidFill>
              <a:srgbClr val="E2DE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F238AF-9D43-4C17-BB31-ACB6F590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575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SettingsPage.tsx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48B7E5-ED9B-4F14-85E9-FF6F1945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614118-5768-451E-97B2-DD12E6E9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9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221"/>
          </a:solidFill>
          <a:ln xmlns:a="http://schemas.openxmlformats.org/drawingml/2006/main" w="0">
            <a:solidFill>
              <a:srgbClr val="C8322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5E21C5-B827-41D4-B814-082B812B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32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3221"/>
                </a:solidFill>
                <a:latin typeface="Aptos"/>
                <a:ea typeface="Aptos"/>
                <a:cs typeface="Aptos"/>
              </a:rPr>
              <a:t>REVIEW PROBES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8D6B27-E821-49F2-9AC2-90D7641E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291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D"/>
          </a:solidFill>
          <a:ln xmlns:a="http://schemas.openxmlformats.org/drawingml/2006/main" w="9525">
            <a:solidFill>
              <a:srgbClr val="E2DE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FAC933-C7B2-46D1-9C26-51FA1746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862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Zod safeParse(11 symbols)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5AF777-7995-4871-BD95-144B57D8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291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D"/>
          </a:solidFill>
          <a:ln xmlns:a="http://schemas.openxmlformats.org/drawingml/2006/main" w="9525">
            <a:solidFill>
              <a:srgbClr val="E2DE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C9908E-B78C-4A02-B399-373CE5D8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862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scan --help timing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8E3E7F-B49B-497F-AD93-53621A98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291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D"/>
          </a:solidFill>
          <a:ln xmlns:a="http://schemas.openxmlformats.org/drawingml/2006/main" w="9525">
            <a:solidFill>
              <a:srgbClr val="E2DED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FBA2A7-F529-4E22-A968-DF644676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862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git diff scope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F93F50-DD57-4E33-82F9-B767D118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291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D"/>
          </a:solidFill>
          <a:ln xmlns:a="http://schemas.openxmlformats.org/drawingml/2006/main" w="9525">
            <a:solidFill>
              <a:srgbClr val="E2DED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5F09E7-A5A0-4EE9-BFC0-FBF3755B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862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CodeGraph context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BAEC82-F361-4244-ABE6-1D2CB8E4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F75507-0D15-49B0-B3B1-9C0BE90D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9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A00"/>
          </a:solidFill>
          <a:ln xmlns:a="http://schemas.openxmlformats.org/drawingml/2006/main" w="0">
            <a:solidFill>
              <a:srgbClr val="B86A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1FF31F-70B2-44E7-B888-A0E70467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6A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6A00"/>
                </a:solidFill>
                <a:latin typeface="Aptos"/>
                <a:ea typeface="Aptos"/>
                <a:cs typeface="Aptos"/>
              </a:rPr>
              <a:t>VERIFICATION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51F1C1-101F-4139-B8BE-3D632F06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578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D"/>
          </a:solidFill>
          <a:ln xmlns:a="http://schemas.openxmlformats.org/drawingml/2006/main" w="9525">
            <a:solidFill>
              <a:srgbClr val="E2DED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2846B3-A021-4646-A9A5-43F04481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149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npm test: 36 passed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1BBCFE-173D-43D5-87F9-8A892061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2578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D"/>
          </a:solidFill>
          <a:ln xmlns:a="http://schemas.openxmlformats.org/drawingml/2006/main" w="9525">
            <a:solidFill>
              <a:srgbClr val="E2DED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BC95A3-BE94-4A4D-AF7D-94219DB0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3149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V303/V304/V306 evidence missing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52D9B8-F583-4F69-97AD-67396D28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578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D"/>
          </a:solidFill>
          <a:ln xmlns:a="http://schemas.openxmlformats.org/drawingml/2006/main" w="9525">
            <a:solidFill>
              <a:srgbClr val="E2DED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AB4122-6561-483E-B440-452CD25F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149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V306 local: ~1785ms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6477F1-BD90-4705-BFF3-3D678E92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990600"/>
            <a:ext cx="2209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2630B3-BE5C-49CA-A6E1-38133F81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162050"/>
            <a:ext cx="1828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CodeGraph was useful for context; direct file reads and tests remain primary evidence.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6B2287-8D6C-4E30-8AF9-A2D0BB63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7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77E"/>
                </a:solidFill>
                <a:latin typeface="Aptos"/>
                <a:ea typeface="Aptos"/>
                <a:cs typeface="Aptos"/>
              </a:rPr>
              <a:t>Source: .agent-dev/reviews/T005-code-review.md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4DF1612-85C6-491D-8239-AC810748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87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877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310743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D074714D-9258-44F3-8833-A9ED4A76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7D0A280-9B64-474E-B70D-44509532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72"/>
          </a:solidFill>
          <a:ln xmlns:a="http://schemas.openxmlformats.org/drawingml/2006/main" w="0">
            <a:solidFill>
              <a:srgbClr val="087A72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A186CEB-F0EF-4797-BCEC-0CECD114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A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A72"/>
                </a:solidFill>
                <a:latin typeface="Aptos"/>
                <a:ea typeface="Aptos"/>
                <a:cs typeface="Aptos"/>
              </a:rPr>
              <a:t>SYSTEM MAP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A3189093-DC15-45E3-B4E0-03E31E0A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The Longbridge agent path is narrow enough to review contract-by-contract.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812C3-8B79-465F-9DCE-6E42F167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A72"/>
                </a:solidFill>
                <a:latin typeface="Aptos"/>
                <a:ea typeface="Aptos"/>
                <a:cs typeface="Aptos"/>
              </a:rPr>
              <a:t>STARTUP AND TOOL REGISTRATION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871AA-A3EC-4708-AA6B-2787E801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8478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7A7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E2AE1-C7B7-41DD-844C-EA7BC195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847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72"/>
          </a:solidFill>
          <a:ln xmlns:a="http://schemas.openxmlformats.org/drawingml/2006/main" w="0">
            <a:solidFill>
              <a:srgbClr val="087A7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6A312-DD97-4A1D-A1F2-AD4B020B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index.ts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3AA9D-1177-4EAE-85FB-0EEBA374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1543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scan/startup command path; should not probe Longbridge on help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5ABFD-2EF4-4D5C-8E06-447899D8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050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5A5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B426C-EEC2-4F62-BD61-3138E001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14550"/>
            <a:ext cx="2038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7A7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A84AB0-21F9-46F1-A63B-FBE47D90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1455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72"/>
          </a:solidFill>
          <a:ln xmlns:a="http://schemas.openxmlformats.org/drawingml/2006/main" w="0">
            <a:solidFill>
              <a:srgbClr val="087A7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23BD7-54F8-443E-8643-6E2D7490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050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buildAgentTools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70F7E-9357-4220-B0C1-A7E26B55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28900"/>
            <a:ext cx="1733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registers LLM tool factories and gateway 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056916-809F-4859-A7A8-46CBD984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050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5A5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BE8CD4-6081-48E8-9017-F2D3551B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14550"/>
            <a:ext cx="2038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322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749EE4-1D88-4A7A-B58D-89B42DA3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1455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221"/>
          </a:solidFill>
          <a:ln xmlns:a="http://schemas.openxmlformats.org/drawingml/2006/main" w="0">
            <a:solidFill>
              <a:srgbClr val="C8322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3DD06D-561C-4621-A0C5-4350B3DA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050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longbridgeTools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DED8B2-AEF2-44E4-A6BA-FC47B881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28900"/>
            <a:ext cx="1733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A312 quote and watchlist named tools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7701D8-ED5D-4541-8DCD-D7D65B64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050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5A5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3A98DE-A957-460D-AA5B-5C7092F8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14550"/>
            <a:ext cx="2038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6A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9EDAC5-770B-4BD5-9745-22921E22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1455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A00"/>
          </a:solidFill>
          <a:ln xmlns:a="http://schemas.openxmlformats.org/drawingml/2006/main" w="0">
            <a:solidFill>
              <a:srgbClr val="B86A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E5738D-0ED7-4FB1-8610-289596AE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050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longbridgeCli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92C0F7-7A8E-42EF-B36A-D7700937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1733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guardrails for invokeLongbridgeCli subcommands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9A276-0797-4605-92EF-AA7CDB16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5DD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5DD3"/>
                </a:solidFill>
                <a:latin typeface="Aptos"/>
                <a:ea typeface="Aptos"/>
                <a:cs typeface="Aptos"/>
              </a:rPr>
              <a:t>USER CONFIGURATION SURFACE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FE1740-05CC-4BDE-98D8-27CC244F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2438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5D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610CCF-E32C-4B8C-8D6F-F74A993A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2438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DD3"/>
          </a:solidFill>
          <a:ln xmlns:a="http://schemas.openxmlformats.org/drawingml/2006/main" w="0">
            <a:solidFill>
              <a:srgbClr val="6B5DD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37AD49-18AE-4B82-96F9-5D2D09D9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0530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SettingsPage.tsx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5C05F5-6269-4BEC-B3C2-65558BC7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Longbridge provider status and configuration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575003-613A-4280-88EA-3A6482C4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148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5A5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16E9BA-7E79-4947-A739-24A7FD48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114800"/>
            <a:ext cx="2438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5DD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0B2D91-45DE-43A4-8F39-1C0800F1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114800"/>
            <a:ext cx="2438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DD3"/>
          </a:solidFill>
          <a:ln xmlns:a="http://schemas.openxmlformats.org/drawingml/2006/main" w="0">
            <a:solidFill>
              <a:srgbClr val="6B5D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EDA2CB-6047-4CA8-B77D-8D6BB520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30530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longbridgeAgent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9F629C-E573-495C-8391-87255394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29150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availability probe and agent service wrapper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F4D030-D223-4BE0-81FB-163DB8D9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3505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8D2"/>
          </a:solidFill>
          <a:ln xmlns:a="http://schemas.openxmlformats.org/drawingml/2006/main" w="9525">
            <a:solidFill>
              <a:srgbClr val="E8B4A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E521AA-DCBE-4043-AE01-DA0AA251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719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32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3221"/>
                </a:solidFill>
                <a:latin typeface="Aptos"/>
                <a:ea typeface="Aptos"/>
                <a:cs typeface="Aptos"/>
              </a:rPr>
              <a:t>REVIEW HOTSPOTS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D90232-2460-40FD-A272-94E733E5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57700"/>
            <a:ext cx="2895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F002 lives at the schema/execute boundary in longbridgeTools.ts. F003 lives in guardrail branch ordering in longbridgeCli.ts.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5E6CAE-FCF9-4FAF-899E-623761F1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7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77E"/>
                </a:solidFill>
                <a:latin typeface="Aptos"/>
                <a:ea typeface="Aptos"/>
                <a:cs typeface="Aptos"/>
              </a:rPr>
              <a:t>Source: .agent-dev/reviews/T005-code-review.md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9AB928-2221-48A8-9553-77D9D759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87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877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878152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D17A4218-8893-42E4-B1BC-188325FB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EAD9F27-282E-40B5-821A-66EBD977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221"/>
          </a:solidFill>
          <a:ln xmlns:a="http://schemas.openxmlformats.org/drawingml/2006/main" w="0">
            <a:solidFill>
              <a:srgbClr val="C83221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6BA015C-340C-45C1-B657-D33A2040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32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3221"/>
                </a:solidFill>
                <a:latin typeface="Aptos"/>
                <a:ea typeface="Aptos"/>
                <a:cs typeface="Aptos"/>
              </a:rPr>
              <a:t>BLOCKER F001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FA0DE6E8-1DDA-4FEC-B522-11FDD6EB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477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The current diff leaks workflow documentation into a focused T005 code task.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2BEB6-BDE1-4EAE-B69E-4F14194E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7A7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C4537-97F3-4FDA-AB33-7991B820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72"/>
          </a:solidFill>
          <a:ln xmlns:a="http://schemas.openxmlformats.org/drawingml/2006/main" w="0">
            <a:solidFill>
              <a:srgbClr val="087A7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0A1A9-0635-4CCC-8F25-C4A1317F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A72"/>
                </a:solidFill>
                <a:latin typeface="Aptos"/>
                <a:ea typeface="Aptos"/>
                <a:cs typeface="Aptos"/>
              </a:rPr>
              <a:t>EXPECTED T005 SURFACE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4CCA2-58B4-4268-86BF-68827B61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72"/>
          </a:solidFill>
          <a:ln xmlns:a="http://schemas.openxmlformats.org/drawingml/2006/main" w="0">
            <a:solidFill>
              <a:srgbClr val="087A7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FC75D-D559-4BFD-95B9-BBF5CEF2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41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Longbridge CLI implementation files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94E8DC-798E-4147-ADC4-39104FCF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72"/>
          </a:solidFill>
          <a:ln xmlns:a="http://schemas.openxmlformats.org/drawingml/2006/main" w="0">
            <a:solidFill>
              <a:srgbClr val="087A7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87C88-DBAD-4A1D-BDD7-CC7F2F6A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861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T005 task/spec artifacts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309F7-7A00-42BA-9644-6E5CC2B5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72"/>
          </a:solidFill>
          <a:ln xmlns:a="http://schemas.openxmlformats.org/drawingml/2006/main" w="0">
            <a:solidFill>
              <a:srgbClr val="087A7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2D3540-9AE7-44CC-8667-EE8A6B9F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480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.env.example and package metadata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7846D3-6EFE-4D67-B8C6-115BA279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86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72"/>
          </a:solidFill>
          <a:ln xmlns:a="http://schemas.openxmlformats.org/drawingml/2006/main" w="0">
            <a:solidFill>
              <a:srgbClr val="087A7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B82167-258E-4348-B6D8-0BE9A97D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100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CLAUDE.md and code map updates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07CEA4-DDB3-4E82-9647-561FB644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8D2"/>
          </a:solidFill>
          <a:ln xmlns:a="http://schemas.openxmlformats.org/drawingml/2006/main" w="9525">
            <a:solidFill>
              <a:srgbClr val="E4A69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7DF71C-1224-4531-B2AD-A31F577F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221"/>
          </a:solidFill>
          <a:ln xmlns:a="http://schemas.openxmlformats.org/drawingml/2006/main" w="0">
            <a:solidFill>
              <a:srgbClr val="C8322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0B3FC4-27BA-4534-B8AD-E0A2BC13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32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3221"/>
                </a:solidFill>
                <a:latin typeface="Aptos"/>
                <a:ea typeface="Aptos"/>
                <a:cs typeface="Aptos"/>
              </a:rPr>
              <a:t>OUT-OF-SCOPE IN CURRENT DIFF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73BCE0-71B7-40AE-84FF-F821D17A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221"/>
          </a:solidFill>
          <a:ln xmlns:a="http://schemas.openxmlformats.org/drawingml/2006/main" w="0">
            <a:solidFill>
              <a:srgbClr val="C832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63A8B-092A-41AA-A2CB-8434178C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241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.agent-dev/README.md workflow edits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AE983D-2134-49C1-B234-3CF49AC6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62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221"/>
          </a:solidFill>
          <a:ln xmlns:a="http://schemas.openxmlformats.org/drawingml/2006/main" w="0">
            <a:solidFill>
              <a:srgbClr val="C8322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634534-2261-45E6-B5A5-E5B7E1EE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861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docs/project-overview.md subagent docs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68CE84-2202-4C96-A23C-73D698DE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221"/>
          </a:solidFill>
          <a:ln xmlns:a="http://schemas.openxmlformats.org/drawingml/2006/main" w="0">
            <a:solidFill>
              <a:srgbClr val="C8322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C43D5B-65A8-43CB-B764-E6A98EAB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480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Generic review-agent process changes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5CF339-BBA5-4A71-AF53-B9B10993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86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221"/>
          </a:solidFill>
          <a:ln xmlns:a="http://schemas.openxmlformats.org/drawingml/2006/main" w="0">
            <a:solidFill>
              <a:srgbClr val="C8322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E7835B-9899-4750-80FE-D8157075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00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Not explicitly scoped by T005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54A992-3C80-4FE9-AF7B-CE848C57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543550"/>
            <a:ext cx="7486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38E05F-B6F4-4E9B-9271-F2C9C626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959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221"/>
          </a:solidFill>
          <a:ln xmlns:a="http://schemas.openxmlformats.org/drawingml/2006/main" w="9525">
            <a:solidFill>
              <a:srgbClr val="C8322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A30C09-215E-48B1-8B2E-02ACB47D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7054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BLOCKER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D45EB8-D263-4FE5-9650-31332468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676900"/>
            <a:ext cx="552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Move these docs to a separate workflow task, or explicitly add them to T005 with a decision record.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A3494D-9D8A-4501-A93F-2BAE036E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7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77E"/>
                </a:solidFill>
                <a:latin typeface="Aptos"/>
                <a:ea typeface="Aptos"/>
                <a:cs typeface="Aptos"/>
              </a:rPr>
              <a:t>Source: .agent-dev/reviews/T005-code-review.md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D67F01-FEA9-4775-B28D-CEFA372D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87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877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607160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DA5B6903-C6CD-4244-A5EC-843FEBF4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B806030-CD15-4E2D-8EB9-496B62ED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221"/>
          </a:solidFill>
          <a:ln xmlns:a="http://schemas.openxmlformats.org/drawingml/2006/main" w="0">
            <a:solidFill>
              <a:srgbClr val="C83221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890F155-BE4F-4A33-A50F-FEEDA0CE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322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3221"/>
                </a:solidFill>
                <a:latin typeface="Aptos"/>
                <a:ea typeface="Aptos"/>
                <a:cs typeface="Aptos"/>
              </a:rPr>
              <a:t>BLOCKER F002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E99F2CB3-B0FF-4675-AA1E-5091ACE2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A312's MULTI_SYMBOL_LIMIT result is unreachable through normal validation.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53A58-2456-4318-8E12-8B984FEA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28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7A7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05243-267B-4CAA-9176-5CCCC1D8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7A7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A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64F96-F539-4484-8351-80A2E615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860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88583-A11B-4003-BA35-E23A3493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getLongbridgeQuote({ symbols: 11 items })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0CB85-2206-4028-97F8-5287C12E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5A5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6B114-ECA4-4971-A9E0-5CBADDA1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228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8D2"/>
          </a:solidFill>
          <a:ln xmlns:a="http://schemas.openxmlformats.org/drawingml/2006/main" w="9525">
            <a:solidFill>
              <a:srgbClr val="C8322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A5BC00-CA66-4122-B89A-090B7C37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322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8322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204A0C-048D-4B70-9F90-0B8A5581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2860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Zod schema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8EC29-01C3-4EC5-8BC7-4B5B8F01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8605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z.array(...).max(10) rejects before execute()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05620-88EB-413B-9F84-86BAFB76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717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8322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83221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4EEEB-99CF-4140-9514-CE403366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228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6A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599AED-93F7-4B5B-A3C2-5EA893AC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6A0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86A0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4B107B-8FE7-4A62-9872-25C5F32F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execute guard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0C8227-2E67-49CA-8A22-F904AC49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Intended branch returns MULTI_SYMBOL_LIMIT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A811B9-83E0-442C-B4A8-CFB3E000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908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5A5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2E63F4-DDD3-4876-8709-DAB1C6B9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95500"/>
            <a:ext cx="228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B5D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33BF4E-B53F-40EC-AD84-BB5141B9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669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B5DD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B5DD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288E8A-F6E7-4047-86E6-7950C96A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Spec result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BB2557-EA12-4A3E-A842-A3715A79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{ ok:false, code:"MULTI_SYMBOL_LIMIT" 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E46B82-091F-4D5C-A624-14844C9F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4762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323"/>
          </a:solidFill>
          <a:ln xmlns:a="http://schemas.openxmlformats.org/drawingml/2006/main" w="9525">
            <a:solidFill>
              <a:srgbClr val="23232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07093C-6D8A-4FF2-A1F8-7F402715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4457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quote.parameters.safeParse({ symbols: 11 items })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=&gt; success:false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=&gt; issue.code = "too_big"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BC683D-4E2B-4E3C-9BD1-CBA5B346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5148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8D2"/>
          </a:solidFill>
          <a:ln xmlns:a="http://schemas.openxmlformats.org/drawingml/2006/main" w="9525">
            <a:solidFill>
              <a:srgbClr val="E4A69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6DA77B-DBEC-44F6-BBCA-2486F4AA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053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221"/>
          </a:solidFill>
          <a:ln xmlns:a="http://schemas.openxmlformats.org/drawingml/2006/main" w="9525">
            <a:solidFill>
              <a:srgbClr val="C8322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87764B-C9D1-42E0-BD80-8FF4E085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1482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BLOCKER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484AFA-C836-46F2-ADA7-80C6011E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291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Current tests call execute() directly, so they miss the validated tool path used by the agent runtime.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211FE1-A26C-42E3-95D4-45B268DE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007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A72"/>
                </a:solidFill>
                <a:latin typeface="Aptos"/>
                <a:ea typeface="Aptos"/>
                <a:cs typeface="Aptos"/>
              </a:rPr>
              <a:t>RECOMMENDED FIX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A3BCE7-991A-492A-AB3C-A704B673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43550"/>
            <a:ext cx="7715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Remove .max(10) from the schema and enforce the limit inside execute(), or formally change A312 to accept validation failure as the contract.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B6AF80-C973-4E16-9BF7-72FBBEFB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7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77E"/>
                </a:solidFill>
                <a:latin typeface="Aptos"/>
                <a:ea typeface="Aptos"/>
                <a:cs typeface="Aptos"/>
              </a:rPr>
              <a:t>Source: .agent-dev/reviews/T005-code-review.md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B924DD-875F-49FC-A950-D9D590AD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87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877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259613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B14FBFA4-F244-41EA-83F4-5D7215DA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228BBFA-2485-487D-870D-BEAB91EA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A00"/>
          </a:solidFill>
          <a:ln xmlns:a="http://schemas.openxmlformats.org/drawingml/2006/main" w="0">
            <a:solidFill>
              <a:srgbClr val="B86A00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1F69B8D-5EC3-4E42-AD34-6A1D8D69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6A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6A00"/>
                </a:solidFill>
                <a:latin typeface="Aptos"/>
                <a:ea typeface="Aptos"/>
                <a:cs typeface="Aptos"/>
              </a:rPr>
              <a:t>WARNINGS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F36E6174-6FFC-4785-9885-014F37BB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The remaining warnings are narrow acceptance gaps, not style feedback.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68C82-FE68-40A5-8185-90F9799D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0172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6B4B8-49BE-45F2-8A56-70659952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95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A00"/>
          </a:solidFill>
          <a:ln xmlns:a="http://schemas.openxmlformats.org/drawingml/2006/main" w="0">
            <a:solidFill>
              <a:srgbClr val="B86A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97CD57-0F05-4FCB-8706-9CDD5C86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A00"/>
          </a:solidFill>
          <a:ln xmlns:a="http://schemas.openxmlformats.org/drawingml/2006/main" w="9525">
            <a:solidFill>
              <a:srgbClr val="B86A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426A44-7D58-43F7-B067-B80D5E66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F003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C55DC-E4E1-4B0D-9D5D-541C411A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7170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watchlist branch is unreachable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F8A79-E13E-419F-B035-07C594A2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717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A55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17D70A-606B-4A43-8AEA-0DAD183D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193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Spec says USE_NAMED_TOOL, code returns FORBIDDEN_COMMAND first.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0AAB7-7C4F-41B3-B6CE-3E5DF5FD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717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A55"/>
                </a:solidFill>
                <a:latin typeface="Aptos"/>
                <a:ea typeface="Aptos"/>
                <a:cs typeface="Aptos"/>
              </a:rPr>
              <a:t>FIX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A8B9B6-0410-4AD6-8E5C-AFF7C145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193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Move watchlist special case before generic TIER1 branch or update spec.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229F6F-310E-41FB-8BFA-1DDF18E0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0172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57E2F5-17D8-4627-AD4B-BDC3997A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95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221"/>
          </a:solidFill>
          <a:ln xmlns:a="http://schemas.openxmlformats.org/drawingml/2006/main" w="0">
            <a:solidFill>
              <a:srgbClr val="C8322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18BEAF-7AC8-4E9E-9F10-F1C56936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221"/>
          </a:solidFill>
          <a:ln xmlns:a="http://schemas.openxmlformats.org/drawingml/2006/main" w="9525">
            <a:solidFill>
              <a:srgbClr val="C8322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21460C-DDBA-4656-A07F-8EC09983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337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F004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0325E5-26DF-42FA-8D51-DF0B5866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0520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S8 evidence is missing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76373E-806B-4A66-9F5B-F62A02E4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052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A55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95670E-3F22-434E-BA9C-E6686E92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528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S8 is done, but V303/V304/V306 evidence is not attached.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05FA5F-D612-4D22-A4B3-28DE3608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052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A55"/>
                </a:solidFill>
                <a:latin typeface="Aptos"/>
                <a:ea typeface="Aptos"/>
                <a:cs typeface="Aptos"/>
              </a:rPr>
              <a:t>FIX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4CA557-AEB3-4002-80E9-04FBE7DF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528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Replace flaky wall-clock check or provide deterministic probe evidence.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79D0BA-5465-48C0-896D-C2E73EC7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0172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79F349-3604-42A5-877F-90C453DB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95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72"/>
          </a:solidFill>
          <a:ln xmlns:a="http://schemas.openxmlformats.org/drawingml/2006/main" w="0">
            <a:solidFill>
              <a:srgbClr val="087A7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83322C-84EB-40D1-BA6C-7C7AE4FD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72"/>
          </a:solidFill>
          <a:ln xmlns:a="http://schemas.openxmlformats.org/drawingml/2006/main" w="9525">
            <a:solidFill>
              <a:srgbClr val="087A7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B30E92-85CB-4692-BAB7-A2C8A339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672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F005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1B87BB-8874-4CDC-B6F2-02941872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3870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valid multi-symbol path untested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AB790E-97F2-48FE-A87E-7DFF51DF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387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A55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028E3B-112E-4F20-B6FF-94D2D0C6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863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D311 can regress while current tests remain green.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EAFB00-229A-4B8F-8732-B1F19534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387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A55"/>
                </a:solidFill>
                <a:latin typeface="Aptos"/>
                <a:ea typeface="Aptos"/>
                <a:cs typeface="Aptos"/>
              </a:rPr>
              <a:t>FIX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40C62B-A99D-443D-A99E-4B521FFE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863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Add success-path test for symbols: ["TSLA", "AAPL"].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94EDA1-1D8E-48DB-8A76-095364A8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7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77E"/>
                </a:solidFill>
                <a:latin typeface="Aptos"/>
                <a:ea typeface="Aptos"/>
                <a:cs typeface="Aptos"/>
              </a:rPr>
              <a:t>Source: .agent-dev/reviews/T005-code-review.md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93953D-5122-4260-B2A8-E92CF9D2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87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877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0830582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310C3EC9-71D9-4876-B551-C2829426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D89FBD0-6CEF-4091-B17F-0A221C7A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72"/>
          </a:solidFill>
          <a:ln xmlns:a="http://schemas.openxmlformats.org/drawingml/2006/main" w="0">
            <a:solidFill>
              <a:srgbClr val="087A72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890C4EE-8DF4-42B6-9D31-4006A9EF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A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A72"/>
                </a:solidFill>
                <a:latin typeface="Aptos"/>
                <a:ea typeface="Aptos"/>
                <a:cs typeface="Aptos"/>
              </a:rPr>
              <a:t>VERIFICATION MATRIX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518EB259-9012-4B42-BBEB-F2D3557D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Green tests prove the baseline, but not the failing acceptance surfaces.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F2894-789D-4DC9-A420-E9B0B9DF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FF662-FC45-4FA4-A2C1-DF38FECB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3371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65D78-45C3-4511-A8F8-B9A2F19D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812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4F0A3-EE24-4BB8-AE7E-517ECD34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14550"/>
            <a:ext cx="2038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Observed 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09881-61E6-4E3E-87C5-B24A1754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812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C47B8-28C7-4F23-8CBE-2C8A794C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375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Review implication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4244F7-6CAE-45F2-9242-96C4B79C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371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0D2654-0760-4243-967E-723C3955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3371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171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71717"/>
                </a:solidFill>
                <a:latin typeface="Aptos Mono"/>
                <a:ea typeface="Aptos Mono"/>
                <a:cs typeface="Aptos Mono"/>
              </a:rPr>
              <a:t>cd apps/trader-cli &amp;&amp; npm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E69FFA-A243-4745-8AC3-22D7388E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246730-1AE2-4990-954D-CFEE4223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2890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A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A72"/>
                </a:solidFill>
                <a:latin typeface="Aptos"/>
                <a:ea typeface="Aptos"/>
                <a:cs typeface="Aptos"/>
              </a:rPr>
              <a:t>PASS: 36 tests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F69848-FDEC-4143-8387-0136FD8A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57450"/>
            <a:ext cx="409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FF3648-2967-4577-AE21-45B349BF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28900"/>
            <a:ext cx="3752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Baseline is healthy; no regression signal in existing suite.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3E9CB2-04B9-4E90-8024-6AFA367B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371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5"/>
          </a:solidFill>
          <a:ln xmlns:a="http://schemas.openxmlformats.org/drawingml/2006/main" w="9525">
            <a:solidFill>
              <a:srgbClr val="D9D5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106483-8FD1-44EF-BDD1-06DC1AE9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3371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171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71717"/>
                </a:solidFill>
                <a:latin typeface="Aptos Mono"/>
                <a:ea typeface="Aptos Mono"/>
                <a:cs typeface="Aptos Mono"/>
              </a:rPr>
              <a:t>quote.parameters.safeParse({ symbols: 11 items })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143D86-68F3-4697-9A5A-81A5F845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3850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5"/>
          </a:solidFill>
          <a:ln xmlns:a="http://schemas.openxmlformats.org/drawingml/2006/main" w="9525">
            <a:solidFill>
              <a:srgbClr val="D9D5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BFF58A-A813-44B3-973F-09BC9E3F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0995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2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3221"/>
                </a:solidFill>
                <a:latin typeface="Aptos"/>
                <a:ea typeface="Aptos"/>
                <a:cs typeface="Aptos"/>
              </a:rPr>
              <a:t>FAIL: too_big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DE7DE-F2AB-4806-B3C4-C02A32D9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409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5"/>
          </a:solidFill>
          <a:ln xmlns:a="http://schemas.openxmlformats.org/drawingml/2006/main" w="9525">
            <a:solidFill>
              <a:srgbClr val="D9D5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D641C2-3AD3-4A5C-9857-5AC21B62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09950"/>
            <a:ext cx="3752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Spec-defined MULTI_SYMBOL_LIMIT is bypassed by schema validation.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E08B7E-DB85-4EC5-A523-5707083B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371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842243-4D34-4308-A775-C304E323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3371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171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71717"/>
                </a:solidFill>
                <a:latin typeface="Aptos Mono"/>
                <a:ea typeface="Aptos Mono"/>
                <a:cs typeface="Aptos Mono"/>
              </a:rPr>
              <a:t>npx tsx src/index.ts scan --help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5F267E-DDE0-4BB4-8B7C-06CB3FB5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195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AE6521-CA78-4FC9-87DF-85B0C7B6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9100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2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3221"/>
                </a:solidFill>
                <a:latin typeface="Aptos"/>
                <a:ea typeface="Aptos"/>
                <a:cs typeface="Aptos"/>
              </a:rPr>
              <a:t>FAIL target: ~1785ms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DF5922-375E-449E-A103-07538191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09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EB3EC3-DC50-40FF-9EDB-8F1C776B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91000"/>
            <a:ext cx="3752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V306 &lt;300ms evidence is not satisfied by this command form.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0778B6-A362-4AD6-B277-2CC7C49B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371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5"/>
          </a:solidFill>
          <a:ln xmlns:a="http://schemas.openxmlformats.org/drawingml/2006/main" w="9525">
            <a:solidFill>
              <a:srgbClr val="D9D5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09B3E6-CB1F-4AD4-9AEB-B1140882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3371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171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71717"/>
                </a:solidFill>
                <a:latin typeface="Aptos Mono"/>
                <a:ea typeface="Aptos Mono"/>
                <a:cs typeface="Aptos Mono"/>
              </a:rPr>
              <a:t>Review task scope vs changed docs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7404FE-AC37-4A10-88A6-FACFB5E5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0060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5"/>
          </a:solidFill>
          <a:ln xmlns:a="http://schemas.openxmlformats.org/drawingml/2006/main" w="9525">
            <a:solidFill>
              <a:srgbClr val="D9D5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A61311-4153-4FE0-97F7-DEA7D748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72050"/>
            <a:ext cx="2038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2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3221"/>
                </a:solidFill>
                <a:latin typeface="Aptos"/>
                <a:ea typeface="Aptos"/>
                <a:cs typeface="Aptos"/>
              </a:rPr>
              <a:t>FAIL: scope leak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32350A-76BA-4DDD-B4A9-C63D3F40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00600"/>
            <a:ext cx="409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5"/>
          </a:solidFill>
          <a:ln xmlns:a="http://schemas.openxmlformats.org/drawingml/2006/main" w="9525">
            <a:solidFill>
              <a:srgbClr val="D9D5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85AD71-E88C-4995-B8EE-0DE2F06D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972050"/>
            <a:ext cx="3752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Generic workflow docs must not ride inside T005 unless scoped.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62C959-8D9D-43CA-8850-ED8139CA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322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3221"/>
                </a:solidFill>
                <a:latin typeface="Aptos"/>
                <a:ea typeface="Aptos"/>
                <a:cs typeface="Aptos"/>
              </a:rPr>
              <a:t>BOTTOM LINE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7C55DD-4CED-42FD-BB1C-E87C0927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734050"/>
            <a:ext cx="748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The fix pass should add tests for the validated tool path, not only direct execute() behavior.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4C2568-C7B2-4369-A412-F13C34E9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7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77E"/>
                </a:solidFill>
                <a:latin typeface="Aptos"/>
                <a:ea typeface="Aptos"/>
                <a:cs typeface="Aptos"/>
              </a:rPr>
              <a:t>Source: .agent-dev/reviews/T005-code-review.md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308643-921B-4291-9904-D4BF912C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87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877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3385189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7D926C65-7B6A-47B0-A348-0A403E2E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BA1140E-5FBD-44CF-95E7-9AE84C4C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72"/>
          </a:solidFill>
          <a:ln xmlns:a="http://schemas.openxmlformats.org/drawingml/2006/main" w="0">
            <a:solidFill>
              <a:srgbClr val="087A72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527E7EA-6F13-4645-AA10-FD6E4BD8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A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A72"/>
                </a:solidFill>
                <a:latin typeface="Aptos"/>
                <a:ea typeface="Aptos"/>
                <a:cs typeface="Aptos"/>
              </a:rPr>
              <a:t>NEXT GATE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4E6C977D-65B0-4A2B-B043-6DBF0B13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Fix T005 in four gates, then rerun the dedicated review agent.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CBAFC-37F3-4846-A8A1-C089B0AB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3241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322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212E0-D96D-4AD7-95AB-1556E57C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324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221"/>
          </a:solidFill>
          <a:ln xmlns:a="http://schemas.openxmlformats.org/drawingml/2006/main" w="0">
            <a:solidFill>
              <a:srgbClr val="C8322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4632D-1B8E-4E86-B509-A7A4E4E8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322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8322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FB5FA-009D-4A35-B54C-35D3C3EE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241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Split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E0BF9-2F3B-4C83-92E4-B32599BD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943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Move workflow docs to a separate task or explicitly scope them.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C53CBC-59A2-40ED-AEF3-1C24AE6A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67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5A5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928F3-7460-4C14-AA28-B7B9FED7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76450"/>
            <a:ext cx="23241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322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917ADF-E31C-48D2-99B2-9A37C6AB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76450"/>
            <a:ext cx="2324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221"/>
          </a:solidFill>
          <a:ln xmlns:a="http://schemas.openxmlformats.org/drawingml/2006/main" w="0">
            <a:solidFill>
              <a:srgbClr val="C832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AF5898-CD64-4BCF-9A68-8BBF2B19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05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322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8322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0DFCC-1FBD-4A54-8F7A-46BC9A0B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241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Fix contract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D3E9A-CD75-4961-92EF-F22391D4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62250"/>
            <a:ext cx="1943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Make MULTI_SYMBOL_LIMIT reachable through normal tool validation.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090678-CB01-470E-ADEE-C31F1E7C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67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5A5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CC541B-14A9-49AD-A569-B291516D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76450"/>
            <a:ext cx="23241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7A7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285024-9C1F-47A6-BE00-EEE32D82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76450"/>
            <a:ext cx="2324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72"/>
          </a:solidFill>
          <a:ln xmlns:a="http://schemas.openxmlformats.org/drawingml/2006/main" w="0">
            <a:solidFill>
              <a:srgbClr val="087A7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C4A349-9E8F-4EAB-A0D4-39B21FA8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05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7A7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A7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773DA7-4643-4D76-B2AF-D76FD3BA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241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Add tests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E014CC-A1AB-4E3A-926A-993F7873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62250"/>
            <a:ext cx="1943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Cover valid symbols[&lt;=10], over-limit validated path, and watchlist guard.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4031DD-9FA0-4571-9328-46BA2426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67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5A5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D54CCB-D240-4AA4-95AC-DB26507A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76450"/>
            <a:ext cx="23241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6A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0ADD89-6AF4-493A-8E9A-F941A522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76450"/>
            <a:ext cx="2324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A00"/>
          </a:solidFill>
          <a:ln xmlns:a="http://schemas.openxmlformats.org/drawingml/2006/main" w="0">
            <a:solidFill>
              <a:srgbClr val="B86A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845AE4-4ECB-4DE7-B8DD-CCAE9E6B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05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6A0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86A0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E2781B-D9A1-4212-B209-B9A0C799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241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Attach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E3DB6E-950D-4667-B7E4-9F4CBC9F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62250"/>
            <a:ext cx="1943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A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5A55"/>
                </a:solidFill>
                <a:latin typeface="Aptos"/>
                <a:ea typeface="Aptos"/>
                <a:cs typeface="Aptos"/>
              </a:rPr>
              <a:t>Record V303/V304/V306 or replace V306 with deterministic proof.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4EDD9E-CA0F-4115-87BE-21FAF541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62450"/>
            <a:ext cx="9658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1BBC45-5BE6-4576-9EC8-0ECFF596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72"/>
          </a:solidFill>
          <a:ln xmlns:a="http://schemas.openxmlformats.org/drawingml/2006/main" w="9525">
            <a:solidFill>
              <a:srgbClr val="087A7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F2E5E5-52F4-4E76-94A5-1BCBB2DA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5772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FE6864-F378-4010-8A68-F2F4C018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352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323"/>
          </a:solidFill>
          <a:ln xmlns:a="http://schemas.openxmlformats.org/drawingml/2006/main" w="9525">
            <a:solidFill>
              <a:srgbClr val="23232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448CDD-3A5E-424B-9A89-D6C3AC04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86300"/>
            <a:ext cx="3219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Review task T005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229F06-B8C9-4C0D-9047-5F39A3B6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Expected next verdict after fixes: no blockers; warnings only if evidence remains intentionally deferred.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D446A0-87C0-4531-83C2-FAC9EE19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5DD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5DD3"/>
                </a:solidFill>
                <a:latin typeface="Aptos"/>
                <a:ea typeface="Aptos"/>
                <a:cs typeface="Aptos"/>
              </a:rPr>
              <a:t>DELIVERABLES CREATED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86CC18-C1C3-44CE-B4B7-E5AC09B9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65785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.agent-dev/reviews/T005-code-review.md and this PPTX review deck.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48A1B6-0C6C-4643-8F91-DD097C4F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7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77E"/>
                </a:solidFill>
                <a:latin typeface="Aptos"/>
                <a:ea typeface="Aptos"/>
                <a:cs typeface="Aptos"/>
              </a:rPr>
              <a:t>Source: .agent-dev/reviews/T005-code-review.md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38FB8A-F31E-49EF-9633-19880C35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87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877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853624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2026-06-01T16:19:57.0320000Z</dcterms:created>
  <dcterms:modified xsi:type="dcterms:W3CDTF">2026-06-01T16:19:57.0320000Z</dcterms:modified>
</coreProperties>
</file>